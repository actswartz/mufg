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is Error Handling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Automation is not just about success; it’s also about handling failures gracefully.</a:t>
            </a:r>
          </a:p>
          <a:p>
            <a:pPr lvl="0"/>
            <a:r>
              <a:rPr/>
              <a:t>Prevents unintended configurations.</a:t>
            </a:r>
          </a:p>
          <a:p>
            <a:pPr lvl="0"/>
            <a:r>
              <a:rPr/>
              <a:t>Makes playbooks more reliable and predictable.</a:t>
            </a:r>
          </a:p>
          <a:p>
            <a:pPr lvl="0"/>
            <a:r>
              <a:rPr/>
              <a:t>Simplifies debugging.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Causes of Errors in Ansible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Syntax errors in YAML</a:t>
            </a:r>
            <a:r>
              <a:rPr/>
              <a:t>: Indentation, formatting.</a:t>
            </a:r>
          </a:p>
          <a:p>
            <a:pPr lvl="0"/>
            <a:r>
              <a:rPr b="1"/>
              <a:t>Connectivity issues</a:t>
            </a:r>
            <a:r>
              <a:rPr/>
              <a:t>: SSH, network ACLs.</a:t>
            </a:r>
          </a:p>
          <a:p>
            <a:pPr lvl="0"/>
            <a:r>
              <a:rPr b="1"/>
              <a:t>Authentication failures</a:t>
            </a:r>
            <a:r>
              <a:rPr/>
              <a:t>: Wrong credentials.</a:t>
            </a:r>
          </a:p>
          <a:p>
            <a:pPr lvl="0"/>
            <a:r>
              <a:rPr b="1"/>
              <a:t>Host not found in inventory</a:t>
            </a:r>
            <a:r>
              <a:rPr/>
              <a:t>.</a:t>
            </a:r>
          </a:p>
          <a:p>
            <a:pPr lvl="0"/>
            <a:r>
              <a:rPr b="1"/>
              <a:t>Module-specific errors</a:t>
            </a:r>
            <a:r>
              <a:rPr/>
              <a:t>: e.g., invalid parameters.</a:t>
            </a:r>
          </a:p>
          <a:p>
            <a:pPr lvl="0"/>
            <a:r>
              <a:rPr b="1"/>
              <a:t>Command execution errors</a:t>
            </a:r>
            <a:r>
              <a:rPr/>
              <a:t> on the managed node.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Ansible’s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GREEN (</a:t>
            </a:r>
            <a:r>
              <a:rPr b="1">
                <a:latin typeface="Courier"/>
              </a:rPr>
              <a:t>ok</a:t>
            </a:r>
            <a:r>
              <a:rPr b="1"/>
              <a:t>)</a:t>
            </a:r>
            <a:r>
              <a:rPr/>
              <a:t>: The task succeeded without making changes.</a:t>
            </a:r>
          </a:p>
          <a:p>
            <a:pPr lvl="0"/>
            <a:r>
              <a:rPr b="1"/>
              <a:t>YELLOW (</a:t>
            </a:r>
            <a:r>
              <a:rPr b="1">
                <a:latin typeface="Courier"/>
              </a:rPr>
              <a:t>changed</a:t>
            </a:r>
            <a:r>
              <a:rPr b="1"/>
              <a:t>)</a:t>
            </a:r>
            <a:r>
              <a:rPr/>
              <a:t>: The task succeeded and made a change.</a:t>
            </a:r>
          </a:p>
          <a:p>
            <a:pPr lvl="0"/>
            <a:r>
              <a:rPr b="1"/>
              <a:t>RED (</a:t>
            </a:r>
            <a:r>
              <a:rPr b="1">
                <a:latin typeface="Courier"/>
              </a:rPr>
              <a:t>failed</a:t>
            </a:r>
            <a:r>
              <a:rPr b="1"/>
              <a:t>)</a:t>
            </a:r>
            <a:r>
              <a:rPr/>
              <a:t>: The task failed.</a:t>
            </a:r>
          </a:p>
          <a:p>
            <a:pPr lvl="0"/>
            <a:r>
              <a:rPr b="1"/>
              <a:t>PURPLE (</a:t>
            </a:r>
            <a:r>
              <a:rPr b="1">
                <a:latin typeface="Courier"/>
              </a:rPr>
              <a:t>unreachable</a:t>
            </a:r>
            <a:r>
              <a:rPr b="1"/>
              <a:t>)</a:t>
            </a:r>
            <a:r>
              <a:rPr/>
              <a:t>: The host could not be contacted.</a:t>
            </a:r>
          </a:p>
          <a:p>
            <a:pPr lvl="0"/>
            <a:r>
              <a:rPr b="1"/>
              <a:t>BLUE (</a:t>
            </a:r>
            <a:r>
              <a:rPr b="1">
                <a:latin typeface="Courier"/>
              </a:rPr>
              <a:t>skipped</a:t>
            </a:r>
            <a:r>
              <a:rPr b="1"/>
              <a:t>)</a:t>
            </a:r>
            <a:r>
              <a:rPr/>
              <a:t>: The task was not executed due to a condition.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Debugging Strategies: First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Verbosity</a:t>
            </a:r>
            <a:r>
              <a:rPr/>
              <a:t>: Use </a:t>
            </a:r>
            <a:r>
              <a:rPr>
                <a:latin typeface="Courier"/>
              </a:rPr>
              <a:t>-v</a:t>
            </a:r>
            <a:r>
              <a:rPr/>
              <a:t>, </a:t>
            </a:r>
            <a:r>
              <a:rPr>
                <a:latin typeface="Courier"/>
              </a:rPr>
              <a:t>-vv</a:t>
            </a:r>
            <a:r>
              <a:rPr/>
              <a:t>, </a:t>
            </a:r>
            <a:r>
              <a:rPr>
                <a:latin typeface="Courier"/>
              </a:rPr>
              <a:t>-vvv</a:t>
            </a:r>
            <a:r>
              <a:rPr/>
              <a:t> to get more detailed output.</a:t>
            </a:r>
          </a:p>
          <a:p>
            <a:pPr lvl="1" indent="0">
              <a:buNone/>
            </a:pPr>
            <a:r>
              <a:rPr>
                <a:latin typeface="Courier"/>
              </a:rPr>
              <a:t>ansible-playbook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inventory my_playbook.yml </a:t>
            </a:r>
            <a:r>
              <a:rPr>
                <a:solidFill>
                  <a:srgbClr val="7D9029"/>
                </a:solidFill>
                <a:latin typeface="Courier"/>
              </a:rPr>
              <a:t>-vvv</a:t>
            </a:r>
          </a:p>
          <a:p>
            <a:pPr lvl="0"/>
            <a:r>
              <a:rPr b="1"/>
              <a:t>Check Mode</a:t>
            </a:r>
            <a:r>
              <a:rPr/>
              <a:t>: See what changes would be made without actually executing them.</a:t>
            </a:r>
          </a:p>
          <a:p>
            <a:pPr lvl="1" indent="0">
              <a:buNone/>
            </a:pPr>
            <a:r>
              <a:rPr>
                <a:latin typeface="Courier"/>
              </a:rPr>
              <a:t>ansible-playbook </a:t>
            </a:r>
            <a:r>
              <a:rPr>
                <a:solidFill>
                  <a:srgbClr val="7D9029"/>
                </a:solidFill>
                <a:latin typeface="Courier"/>
              </a:rPr>
              <a:t>-i</a:t>
            </a:r>
            <a:r>
              <a:rPr>
                <a:latin typeface="Courier"/>
              </a:rPr>
              <a:t> inventory my_playbook.yml </a:t>
            </a:r>
            <a:r>
              <a:rPr>
                <a:solidFill>
                  <a:srgbClr val="7D9029"/>
                </a:solidFill>
                <a:latin typeface="Courier"/>
              </a:rPr>
              <a:t>--check</a:t>
            </a:r>
          </a:p>
          <a:p>
            <a:pPr lvl="0"/>
            <a:r>
              <a:rPr b="1"/>
              <a:t>Syntax Check</a:t>
            </a:r>
            <a:r>
              <a:rPr/>
              <a:t>: Validate your playbook’s syntax.</a:t>
            </a:r>
          </a:p>
          <a:p>
            <a:pPr lvl="1" indent="0">
              <a:buNone/>
            </a:pPr>
            <a:r>
              <a:rPr>
                <a:latin typeface="Courier"/>
              </a:rPr>
              <a:t>ansible-playbook </a:t>
            </a:r>
            <a:r>
              <a:rPr>
                <a:solidFill>
                  <a:srgbClr val="7D9029"/>
                </a:solidFill>
                <a:latin typeface="Courier"/>
              </a:rPr>
              <a:t>--syntax-check</a:t>
            </a:r>
            <a:r>
              <a:rPr>
                <a:latin typeface="Courier"/>
              </a:rPr>
              <a:t> my_playbook.yml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Handling Task Failures: </a:t>
            </a:r>
            <a:r>
              <a:rPr>
                <a:latin typeface="Courier"/>
              </a:rPr>
              <a:t>ignore_errors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ignore_errors: true</a:t>
            </a:r>
            <a:r>
              <a:rPr/>
              <a:t> keyword allows a play to continue even if a task fails.</a:t>
            </a:r>
          </a:p>
          <a:p>
            <a:pPr lvl="0" indent="0" marL="0">
              <a:buNone/>
            </a:pPr>
            <a:r>
              <a:rPr b="1"/>
              <a:t>Use with caution!</a:t>
            </a:r>
            <a:r>
              <a:rPr/>
              <a:t> It’s better to fix the root cause than to ignore errors.</a:t>
            </a:r>
          </a:p>
          <a:p>
            <a:pPr lvl="0" indent="0" marL="0">
              <a:buNone/>
            </a:pPr>
            <a:r>
              <a:rPr b="1"/>
              <a:t>Good for:</a:t>
            </a:r>
            <a:r>
              <a:rPr/>
              <a:t> - Tasks that are expected to fail sometimes (e.g., checking if a file exists before deleting it). - Non-critical tasks.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This task might fail, but we don't care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command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/usr/bin/some_command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ignore_errors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Conditional Execution: </a:t>
            </a:r>
            <a:r>
              <a:rPr>
                <a:latin typeface="Courier"/>
              </a:rPr>
              <a:t>failed_when</a:t>
            </a:r>
            <a:r>
              <a:rPr/>
              <a:t> and </a:t>
            </a:r>
            <a:r>
              <a:rPr>
                <a:latin typeface="Courier"/>
              </a:rPr>
              <a:t>changed_when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failed_when</a:t>
            </a:r>
            <a:r>
              <a:rPr/>
              <a:t>: Define custom conditions for task failure.</a:t>
            </a:r>
          </a:p>
          <a:p>
            <a:pPr lvl="0"/>
            <a:r>
              <a:rPr>
                <a:latin typeface="Courier"/>
              </a:rPr>
              <a:t>changed_when</a:t>
            </a:r>
            <a:r>
              <a:rPr/>
              <a:t>: Define custom conditions for a “changed” state.</a:t>
            </a:r>
          </a:p>
          <a:p>
            <a:pPr lvl="0" indent="0" marL="0">
              <a:buNone/>
            </a:pPr>
            <a:r>
              <a:rPr/>
              <a:t>Allows for more intelligent error handling based on command output.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Run a script and check for a specific error message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command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/usr/bin/run_script.sh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register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script_result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failed_when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"'ERROR' in script_result.stderr"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block</a:t>
            </a:r>
            <a:r>
              <a:rPr/>
              <a:t> and </a:t>
            </a:r>
            <a:r>
              <a:rPr>
                <a:latin typeface="Courier"/>
              </a:rPr>
              <a:t>rescue</a:t>
            </a:r>
            <a:r>
              <a:rPr/>
              <a:t>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>
                <a:latin typeface="Courier"/>
              </a:rPr>
              <a:t>try...catch</a:t>
            </a:r>
            <a:r>
              <a:rPr/>
              <a:t> block for Ansible.</a:t>
            </a:r>
          </a:p>
          <a:p>
            <a:pPr lvl="0"/>
            <a:r>
              <a:rPr>
                <a:latin typeface="Courier"/>
              </a:rPr>
              <a:t>block</a:t>
            </a:r>
            <a:r>
              <a:rPr/>
              <a:t>: Contains a series of tasks. If any task in the </a:t>
            </a:r>
            <a:r>
              <a:rPr>
                <a:latin typeface="Courier"/>
              </a:rPr>
              <a:t>block</a:t>
            </a:r>
            <a:r>
              <a:rPr/>
              <a:t> fails, the </a:t>
            </a:r>
            <a:r>
              <a:rPr>
                <a:latin typeface="Courier"/>
              </a:rPr>
              <a:t>rescue</a:t>
            </a:r>
            <a:r>
              <a:rPr/>
              <a:t> section is executed.</a:t>
            </a:r>
          </a:p>
          <a:p>
            <a:pPr lvl="0"/>
            <a:r>
              <a:rPr>
                <a:latin typeface="Courier"/>
              </a:rPr>
              <a:t>rescue</a:t>
            </a:r>
            <a:r>
              <a:rPr/>
              <a:t>: Contains tasks to run in case of failure (e.g., cleanup, notification).</a:t>
            </a:r>
          </a:p>
          <a:p>
            <a:pPr lvl="0"/>
            <a:r>
              <a:rPr>
                <a:latin typeface="Courier"/>
              </a:rPr>
              <a:t>always</a:t>
            </a:r>
            <a:r>
              <a:rPr/>
              <a:t>: Contains tasks that will always run, regardless of success or failure.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block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Attempt a risky operation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some_module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   # ...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rescue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Rollback or notify on failure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    </a:t>
            </a:r>
            <a:r>
              <a:rPr>
                <a:solidFill>
                  <a:srgbClr val="06287E"/>
                </a:solidFill>
                <a:latin typeface="Courier"/>
              </a:rPr>
              <a:t>rollback_module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        # ...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 for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Validate data</a:t>
            </a:r>
            <a:r>
              <a:rPr/>
              <a:t>: Use </a:t>
            </a:r>
            <a:r>
              <a:rPr>
                <a:latin typeface="Courier"/>
              </a:rPr>
              <a:t>assert</a:t>
            </a:r>
            <a:r>
              <a:rPr/>
              <a:t> module to validate variables and assumptions.</a:t>
            </a:r>
          </a:p>
          <a:p>
            <a:pPr lvl="0"/>
            <a:r>
              <a:rPr b="1"/>
              <a:t>Use handlers for cleanup</a:t>
            </a:r>
            <a:r>
              <a:rPr/>
              <a:t>: Handlers are only run when notified, and can be used for cleanup tasks.</a:t>
            </a:r>
          </a:p>
          <a:p>
            <a:pPr lvl="0"/>
            <a:r>
              <a:rPr b="1"/>
              <a:t>Write idempotent playbooks</a:t>
            </a:r>
            <a:r>
              <a:rPr/>
              <a:t>: Playbooks should be safe to run multiple times.</a:t>
            </a:r>
          </a:p>
          <a:p>
            <a:pPr lvl="0"/>
            <a:r>
              <a:rPr b="1"/>
              <a:t>Log intelligently</a:t>
            </a:r>
            <a:r>
              <a:rPr/>
              <a:t>: Use the </a:t>
            </a:r>
            <a:r>
              <a:rPr>
                <a:latin typeface="Courier"/>
              </a:rPr>
              <a:t>debug</a:t>
            </a:r>
            <a:r>
              <a:rPr/>
              <a:t> module and register variables to understand your playbook’s state.</a:t>
            </a:r>
          </a:p>
          <a:p>
            <a:pPr lvl="0"/>
            <a:r>
              <a:rPr b="1"/>
              <a:t>Keep it simple</a:t>
            </a:r>
            <a:r>
              <a:rPr/>
              <a:t>: Don’t over-complicate error handling.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Robust error handling is a key part of effective Ansible automation.</a:t>
            </a:r>
          </a:p>
          <a:p>
            <a:pPr lvl="0"/>
            <a:r>
              <a:rPr/>
              <a:t>Use a combination of </a:t>
            </a:r>
            <a:r>
              <a:rPr>
                <a:latin typeface="Courier"/>
              </a:rPr>
              <a:t>ignore_errors</a:t>
            </a:r>
            <a:r>
              <a:rPr/>
              <a:t>, </a:t>
            </a:r>
            <a:r>
              <a:rPr>
                <a:latin typeface="Courier"/>
              </a:rPr>
              <a:t>failed_when</a:t>
            </a:r>
            <a:r>
              <a:rPr/>
              <a:t>, </a:t>
            </a:r>
            <a:r>
              <a:rPr>
                <a:latin typeface="Courier"/>
              </a:rPr>
              <a:t>block</a:t>
            </a:r>
            <a:r>
              <a:rPr/>
              <a:t>/</a:t>
            </a:r>
            <a:r>
              <a:rPr>
                <a:latin typeface="Courier"/>
              </a:rPr>
              <a:t>rescue</a:t>
            </a:r>
            <a:r>
              <a:rPr/>
              <a:t>, and debugging techniques.</a:t>
            </a:r>
          </a:p>
          <a:p>
            <a:pPr lvl="0"/>
            <a:r>
              <a:rPr/>
              <a:t>Write playbooks with failure in mind.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2025-12-11T15:54:54Z</dcterms:created>
  <dcterms:modified xsi:type="dcterms:W3CDTF">2025-12-11T15:54:54Z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